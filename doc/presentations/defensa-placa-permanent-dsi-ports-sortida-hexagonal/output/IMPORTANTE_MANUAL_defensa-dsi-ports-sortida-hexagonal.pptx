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4/7/26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Context: classe de DSI, no panoràmica completa.</a:t>
            </a:r>
          </a:p>
          <a:p>
            <a:r>
              <a:rPr lang="ca-ES"/>
              <a:t>Cas real acreditat: consultoria Generalitat / AGAUR.</a:t>
            </a:r>
          </a:p>
          <a:p>
            <a:r>
              <a:rPr lang="ca-ES"/>
              <a:t>Idea: trobada entre dimensió acadèmica i professional.</a:t>
            </a:r>
          </a:p>
          <a:p>
            <a:r>
              <a:rPr lang="ca-ES"/>
              <a:t>Focus: ports de sortida quan cal informació externa.</a:t>
            </a:r>
          </a:p>
          <a:p>
            <a:r>
              <a:rPr lang="ca-ES"/>
              <a:t>Transició: situar la sessió dins l’assignatura.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Situar: DSI, tercer curs, 6 ECTS.</a:t>
            </a:r>
          </a:p>
          <a:p>
            <a:r>
              <a:rPr lang="ca-ES" dirty="0"/>
              <a:t>El temari inclou arquitectura hexagonal, ports i adaptadors.</a:t>
            </a:r>
          </a:p>
          <a:p>
            <a:r>
              <a:rPr lang="ca-ES" dirty="0"/>
              <a:t>Encaixa en el pla docent.</a:t>
            </a:r>
          </a:p>
          <a:p>
            <a:r>
              <a:rPr lang="ca-ES" dirty="0"/>
              <a:t>Focus limitat: port de sortida.</a:t>
            </a:r>
          </a:p>
          <a:p>
            <a:r>
              <a:rPr lang="ca-ES" dirty="0"/>
              <a:t>Transició: formular l’objectiu de treball.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Frase clau: capacitat, no tecnologia específica.</a:t>
            </a:r>
          </a:p>
          <a:p>
            <a:r>
              <a:rPr lang="ca-ES"/>
              <a:t>Tres decisions: identificar necessitat, definir port, implementar adaptador.</a:t>
            </a:r>
          </a:p>
          <a:p>
            <a:r>
              <a:rPr lang="ca-ES"/>
              <a:t>No explicar encara tota l’abstracció.</a:t>
            </a:r>
          </a:p>
          <a:p>
            <a:r>
              <a:rPr lang="ca-ES"/>
              <a:t>Primer cas real, després decisió arquitectònica.</a:t>
            </a:r>
          </a:p>
          <a:p>
            <a:r>
              <a:rPr lang="ca-ES"/>
              <a:t>Transició: procediment administratiu de beca.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Primer entendre el procediment; després la tecnologia.</a:t>
            </a:r>
          </a:p>
          <a:p>
            <a:r>
              <a:rPr lang="ca-ES" dirty="0"/>
              <a:t>Sol·licitud -&gt; expedient -&gt; requisits -&gt; resolució.</a:t>
            </a:r>
          </a:p>
          <a:p>
            <a:r>
              <a:rPr lang="ca-ES" dirty="0"/>
              <a:t>Avaluació econòmica: renda i patrimoni.</a:t>
            </a:r>
          </a:p>
          <a:p>
            <a:r>
              <a:rPr lang="ca-ES" dirty="0"/>
              <a:t>Encara no parlar de SOAP, REST o BD.</a:t>
            </a:r>
          </a:p>
          <a:p>
            <a:r>
              <a:rPr lang="ca-ES" dirty="0"/>
              <a:t>Transició: quina informació externa cal?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Necessitat funcional: informació fiable de renda i patrimoni.</a:t>
            </a:r>
          </a:p>
          <a:p>
            <a:r>
              <a:rPr lang="ca-ES"/>
              <a:t>Fonts possibles: AEAT, Cadastre, PICA.</a:t>
            </a:r>
          </a:p>
          <a:p>
            <a:r>
              <a:rPr lang="ca-ES"/>
              <a:t>PICA = interoperabilitat administrativa, no “el problema”.</a:t>
            </a:r>
          </a:p>
          <a:p>
            <a:r>
              <a:rPr lang="ca-ES"/>
              <a:t>Frase clau: informació administrativa, no API concreta.</a:t>
            </a:r>
          </a:p>
          <a:p>
            <a:r>
              <a:rPr lang="ca-ES"/>
              <a:t>Transició: què passa si el cas d’ús coneix la integració?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Problema: acoblament directe amb detalls tècnics.</a:t>
            </a:r>
          </a:p>
          <a:p>
            <a:r>
              <a:rPr lang="ca-ES"/>
              <a:t>El cas d’ús acaba coneixent SOAP/XML, DTOs, clients i errors.</a:t>
            </a:r>
          </a:p>
          <a:p>
            <a:r>
              <a:rPr lang="ca-ES"/>
              <a:t>Si canvia la integració, el canvi travessa el cas d’ús.</a:t>
            </a:r>
          </a:p>
          <a:p>
            <a:r>
              <a:rPr lang="ca-ES"/>
              <a:t>Riscos: manteniment fràgil i continuïtat operativa.</a:t>
            </a:r>
          </a:p>
          <a:p>
            <a:r>
              <a:rPr lang="ca-ES"/>
              <a:t>Transició: resposta arquitectònica, port de sortida.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Distingir dues fletxes: flux i dependència de codi.</a:t>
            </a:r>
          </a:p>
          <a:p>
            <a:r>
              <a:rPr lang="ca-ES"/>
              <a:t>Flux: el cas d’ús demana informació cap enfora.</a:t>
            </a:r>
          </a:p>
          <a:p>
            <a:r>
              <a:rPr lang="ca-ES"/>
              <a:t>Dependència: cas d’ús -&gt; port; adaptador -&gt; port.</a:t>
            </a:r>
          </a:p>
          <a:p>
            <a:r>
              <a:rPr lang="ca-ES"/>
              <a:t>Java: port = interfície; adaptador = classe que la implementa.</a:t>
            </a:r>
          </a:p>
          <a:p>
            <a:r>
              <a:rPr lang="ca-ES"/>
              <a:t>Frase clau: la infraestructura depèn del port de l’aplicació.</a:t>
            </a:r>
          </a:p>
          <a:p>
            <a:r>
              <a:rPr lang="ca-ES"/>
              <a:t>Transició: aplicar-ho al cas patrimonial.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Servei d’aplicació depèn de contractes propis.</a:t>
            </a:r>
          </a:p>
          <a:p>
            <a:r>
              <a:rPr lang="ca-ES"/>
              <a:t>Ports dins del llenguatge de l’aplicació.</a:t>
            </a:r>
          </a:p>
          <a:p>
            <a:r>
              <a:rPr lang="ca-ES"/>
              <a:t>Adaptadors fora del nucli: PICA, JDBC, REST, SOAP/XML.</a:t>
            </a:r>
          </a:p>
          <a:p>
            <a:r>
              <a:rPr lang="ca-ES"/>
              <a:t>Fletxa important: l’adaptador implementa el port.</a:t>
            </a:r>
          </a:p>
          <a:p>
            <a:r>
              <a:rPr lang="ca-ES"/>
              <a:t>Transició: mateix patró, canvi de domini.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Canvi explícit: beca -&gt; cartera d’inversió personal.</a:t>
            </a:r>
          </a:p>
          <a:p>
            <a:r>
              <a:rPr lang="ca-ES"/>
              <a:t>Cas d’ús: vendre accions.</a:t>
            </a:r>
          </a:p>
          <a:p>
            <a:r>
              <a:rPr lang="ca-ES"/>
              <a:t>Necessitat: preu actual de l’acció.</a:t>
            </a:r>
          </a:p>
          <a:p>
            <a:r>
              <a:rPr lang="ca-ES"/>
              <a:t>No dependre de proveïdor, API, endpoint o format.</a:t>
            </a:r>
          </a:p>
          <a:p>
            <a:r>
              <a:rPr lang="ca-ES"/>
              <a:t>Patró: necessitat -&gt; port -&gt; adaptador.</a:t>
            </a:r>
          </a:p>
          <a:p>
            <a:r>
              <a:rPr lang="ca-ES"/>
              <a:t>Transició: projecte concret HexaStock.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Diagrama de seqüència = flux temporal.</a:t>
            </a:r>
          </a:p>
          <a:p>
            <a:r>
              <a:rPr lang="ca-ES"/>
              <a:t>Controller -&gt; port d’entrada -&gt; servei d’aplicació.</a:t>
            </a:r>
          </a:p>
          <a:p>
            <a:r>
              <a:rPr lang="ca-ES"/>
              <a:t>El servei coordina: portfolio, preu, domini.</a:t>
            </a:r>
          </a:p>
          <a:p>
            <a:r>
              <a:rPr lang="ca-ES"/>
              <a:t>El domini decideix la venda; l’adaptador integra.</a:t>
            </a:r>
          </a:p>
          <a:p>
            <a:r>
              <a:rPr lang="ca-ES"/>
              <a:t>Frase clau: servei coordina, domini decideix, adaptador integra.</a:t>
            </a:r>
          </a:p>
          <a:p>
            <a:r>
              <a:rPr lang="ca-ES"/>
              <a:t>Transició: tancament conceptual.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el canvi; el localitza.</a:t>
            </a:r>
          </a:p>
          <a:p>
            <a:r>
              <a:rPr lang="ca-ES"/>
              <a:t>Quan canvia proveïdor o API, volem canviar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Agrair TecnoCampus i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Annex opcional: només si el tribunal ho demana o queda temps clar.</a:t>
            </a:r>
          </a:p>
          <a:p>
            <a:r>
              <a:rPr lang="ca-ES"/>
              <a:t>No forma part del cos principal de 20 minuts.</a:t>
            </a:r>
          </a:p>
          <a:p>
            <a:r>
              <a:rPr lang="ca-ES"/>
              <a:t>Missatge demo: mateix cas d’ús, servei i domini.</a:t>
            </a:r>
          </a:p>
          <a:p>
            <a:r>
              <a:rPr lang="ca-ES"/>
              <a:t>Canvia l’adaptador: Finnhub, Alpha Vantage o mock.</a:t>
            </a:r>
          </a:p>
          <a:p>
            <a:r>
              <a:rPr lang="ca-ES"/>
              <a:t>Objectiu docent: contracte estable, infraestructura substituïble.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1460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14600" y="151790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51460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14600" y="247802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1460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343814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51460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4600" y="439826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1600200"/>
            <a:ext cx="3200400" cy="320040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Concreció en Java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Port de sortida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interfície de l’aplicació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Adaptador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classe que implementa aquesta interfície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Annex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. Demo opcional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1732</TotalTime>
  <Words>1472</Words>
  <Application>Microsoft Macintosh PowerPoint</Application>
  <PresentationFormat>Panorámica</PresentationFormat>
  <Paragraphs>159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37</cp:revision>
  <cp:lastPrinted>2026-07-01T20:23:23Z</cp:lastPrinted>
  <dcterms:created xsi:type="dcterms:W3CDTF">2013-01-27T09:14:16Z</dcterms:created>
  <dcterms:modified xsi:type="dcterms:W3CDTF">2026-07-04T20:20:19Z</dcterms:modified>
  <cp:category/>
</cp:coreProperties>
</file>