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30/6/26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Principi de disseny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d'aprenentatge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Aplicar el principi en tres operacions observables.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una 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d’Integració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Col·laboració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Administrativa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Generarlitat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Catalunya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una plataforma corporativa de la Generalitat per a facilitar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interoperabilitat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entre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Generalitat,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administracions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públiques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institucions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Telecomunicacions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Tecnologies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Informació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l’organisme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 que presta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TIC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corporatius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impulsa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l’arquitectura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les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solucions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tecnològiques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transversals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Generalitat.</a:t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defineix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què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 necesita el cas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d´ús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L'adaptador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resol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”,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integrant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tecnología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b="1" dirty="0">
                <a:solidFill>
                  <a:srgbClr val="192D3E"/>
                </a:solidFill>
                <a:latin typeface="Arial"/>
              </a:rPr>
              <a:t>   El cas </a:t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>d’ús</a:t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> el preu actual, no un </a:t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>concret</a:t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: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FinHub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 ↔ 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AlphaVantage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1104</Words>
  <Application>Microsoft Macintosh PowerPoint</Application>
  <PresentationFormat>Panorámica</PresentationFormat>
  <Paragraphs>104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28</cp:revision>
  <dcterms:created xsi:type="dcterms:W3CDTF">2013-01-27T09:14:16Z</dcterms:created>
  <dcterms:modified xsi:type="dcterms:W3CDTF">2026-06-30T20:13:30Z</dcterms:modified>
  <cp:category/>
</cp:coreProperties>
</file>