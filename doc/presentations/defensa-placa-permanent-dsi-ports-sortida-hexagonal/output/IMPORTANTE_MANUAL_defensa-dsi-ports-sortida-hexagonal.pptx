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 tecnològic: adaptador Finnhub ↔ adaptador Alpha 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1106</Words>
  <Application>Microsoft Macintosh PowerPoint</Application>
  <PresentationFormat>Panorámica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31</cp:revision>
  <cp:lastPrinted>2026-07-01T20:23:23Z</cp:lastPrinted>
  <dcterms:created xsi:type="dcterms:W3CDTF">2013-01-27T09:14:16Z</dcterms:created>
  <dcterms:modified xsi:type="dcterms:W3CDTF">2026-07-02T11:30:08Z</dcterms:modified>
  <cp:category/>
</cp:coreProperties>
</file>