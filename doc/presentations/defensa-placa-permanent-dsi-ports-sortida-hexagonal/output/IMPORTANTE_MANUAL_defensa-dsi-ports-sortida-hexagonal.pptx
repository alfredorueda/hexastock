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50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3/7/26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classe,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classe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de la sessió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1" y="1417318"/>
            <a:ext cx="10062106" cy="2011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>
                <a:solidFill>
                  <a:srgbClr val="192D3E"/>
                </a:solidFill>
                <a:latin typeface="Arial"/>
              </a:rPr>
              <a:t>Principi de treball: el cas d’ús necessita una capacitat, no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específica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  <a:br>
              <a:rPr lang="es-ES" sz="2400" b="1" dirty="0">
                <a:solidFill>
                  <a:srgbClr val="192D3E"/>
                </a:solidFill>
                <a:latin typeface="Arial"/>
              </a:rPr>
            </a:br>
            <a:r>
              <a:rPr sz="2400" b="1" dirty="0">
                <a:solidFill>
                  <a:srgbClr val="192D3E"/>
                </a:solidFill>
                <a:latin typeface="Arial"/>
              </a:rPr>
              <a:t>
Ho explorarem a partir d’un cas real d’administració pública.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13816" y="3786975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14983" y="4107015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44568" y="3786975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45736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port de sortida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75320" y="3786975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76488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adaptador(s)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Quina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externa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/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Patrimoni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Béns</a:t>
            </a:r>
            <a:r>
              <a:rPr dirty="0"/>
              <a:t> </a:t>
            </a:r>
            <a:r>
              <a:rPr dirty="0" err="1"/>
              <a:t>immobles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d’Integració i Col·laboració Administrativa de la Generalitat de Catalunya. És una plataforma corporativa de la Generalitat per facilitar la interoperabilitat entre sistemes de la Generalitat, altres administracions públiques i institucions.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lang="es-ES" sz="10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0" y="151790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Flux d'execució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0" y="247802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→ Adaptador → Sistema extern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0" y="343814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Dependència de codi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439826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de sortida ← Adaptador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què necessita el cas d’ús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La infraestructura depèn del port definit per l’aplicació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dirty="0">
                <a:solidFill>
                  <a:srgbClr val="192D3E"/>
                </a:solidFill>
                <a:latin typeface="Arial"/>
              </a:rPr>
              <a:t>El cas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'Venda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d'accions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borsàries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'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el preu actual,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independentment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proveïdor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(API).</a:t>
            </a:r>
            <a:endParaRPr sz="130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 és un projecte open source propi utilitzat en docència universitària i formació o consultoria professional.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ervei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 err="1">
                <a:solidFill>
                  <a:srgbClr val="192D3E"/>
                </a:solidFill>
                <a:latin typeface="Arial"/>
              </a:rPr>
              <a:t>d’Aplicació</a:t>
            </a:r>
            <a:endParaRPr lang="es-ES" sz="19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Canvi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tecnològic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: adaptador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Finnhub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↔ adaptador Alpha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1662</TotalTime>
  <Words>1116</Words>
  <Application>Microsoft Macintosh PowerPoint</Application>
  <PresentationFormat>Panorámica</PresentationFormat>
  <Paragraphs>97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33</cp:revision>
  <cp:lastPrinted>2026-07-01T20:23:23Z</cp:lastPrinted>
  <dcterms:created xsi:type="dcterms:W3CDTF">2013-01-27T09:14:16Z</dcterms:created>
  <dcterms:modified xsi:type="dcterms:W3CDTF">2026-07-03T16:32:35Z</dcterms:modified>
  <cp:category/>
</cp:coreProperties>
</file>