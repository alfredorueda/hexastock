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8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58"/>
  </p:normalViewPr>
  <p:slideViewPr>
    <p:cSldViewPr snapToGrid="0">
      <p:cViewPr varScale="1">
        <p:scale>
          <a:sx n="120" d="100"/>
          <a:sy n="12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La frase clau és l’element més memorable: l’arquitectura no elimina el canvi; el localitza.</a:t>
            </a:r>
          </a:p>
          <a:p>
            <a:r>
              <a:rPr lang="ca-ES"/>
              <a:t>Sense agraïments en aquesta diapositiva: donar pas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Frase d’agraïment literal: no resumir-la ni canviar cap paraula.</a:t>
            </a:r>
          </a:p>
          <a:p>
            <a:r>
              <a:rPr lang="ca-ES"/>
              <a:t>Cap nom de persona i cap altre agraïment.</a:t>
            </a:r>
          </a:p>
          <a:p>
            <a:r>
              <a:rPr lang="ca-ES"/>
              <a:t>Pausa natural abans de: Moltes gràcies.</a:t>
            </a:r>
          </a:p>
          <a:p>
            <a:r>
              <a:rPr lang="ca-ES"/>
              <a:t>Després de Moltes gràcies,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Java concretion container"/>
          <p:cNvSpPr/>
          <p:nvPr/>
        </p:nvSpPr>
        <p:spPr>
          <a:xfrm>
            <a:off x="7498079" y="1371600"/>
            <a:ext cx="3657600" cy="3703320"/>
          </a:xfrm>
          <a:prstGeom prst="roundRect">
            <a:avLst>
              <a:gd name="adj" fmla="val 55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Java concretion title"/>
          <p:cNvSpPr txBox="1"/>
          <p:nvPr/>
        </p:nvSpPr>
        <p:spPr>
          <a:xfrm>
            <a:off x="7498079" y="149961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92D3E"/>
                </a:solidFill>
                <a:latin typeface="Arial"/>
              </a:rPr>
              <a:t>Concreció en Java</a:t>
            </a:r>
          </a:p>
        </p:txBody>
      </p:sp>
      <p:sp>
        <p:nvSpPr>
          <p:cNvPr id="156" name="Port interface card"/>
          <p:cNvSpPr/>
          <p:nvPr/>
        </p:nvSpPr>
        <p:spPr>
          <a:xfrm>
            <a:off x="7818120" y="1874519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Port interface name"/>
          <p:cNvSpPr txBox="1"/>
          <p:nvPr/>
        </p:nvSpPr>
        <p:spPr>
          <a:xfrm>
            <a:off x="7818120" y="1947672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6707A"/>
                </a:solidFill>
                <a:latin typeface="Arial"/>
              </a:rPr>
              <a:t>«interface»</a:t>
            </a:r>
          </a:p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58" name="Port card divider"/>
          <p:cNvSpPr/>
          <p:nvPr/>
        </p:nvSpPr>
        <p:spPr>
          <a:xfrm>
            <a:off x="8001000" y="2505456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Port card subtitle"/>
          <p:cNvSpPr txBox="1"/>
          <p:nvPr/>
        </p:nvSpPr>
        <p:spPr>
          <a:xfrm>
            <a:off x="7818120" y="256032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contracte de l’aplicació</a:t>
            </a:r>
          </a:p>
        </p:txBody>
      </p:sp>
      <p:sp>
        <p:nvSpPr>
          <p:cNvPr id="160" name="Implements arrow head"/>
          <p:cNvSpPr/>
          <p:nvPr/>
        </p:nvSpPr>
        <p:spPr>
          <a:xfrm>
            <a:off x="9226296" y="2871216"/>
            <a:ext cx="201168" cy="155448"/>
          </a:xfrm>
          <a:prstGeom prst="triangle">
            <a:avLst/>
          </a:prstGeom>
          <a:solidFill>
            <a:srgbClr val="FFFFFF"/>
          </a:solidFill>
          <a:ln w="15875">
            <a:solidFill>
              <a:srgbClr val="19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Implements arrow shaft"/>
          <p:cNvCxnSpPr/>
          <p:nvPr/>
        </p:nvCxnSpPr>
        <p:spPr>
          <a:xfrm>
            <a:off x="9326880" y="3026664"/>
            <a:ext cx="0" cy="768096"/>
          </a:xfrm>
          <a:prstGeom prst="line">
            <a:avLst/>
          </a:prstGeom>
          <a:ln w="19050">
            <a:solidFill>
              <a:srgbClr val="192D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Implements label"/>
          <p:cNvSpPr txBox="1"/>
          <p:nvPr/>
        </p:nvSpPr>
        <p:spPr>
          <a:xfrm>
            <a:off x="9464040" y="324612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>
                <a:solidFill>
                  <a:srgbClr val="66707A"/>
                </a:solidFill>
                <a:latin typeface="Consolas"/>
              </a:rPr>
              <a:t>implements</a:t>
            </a:r>
          </a:p>
        </p:txBody>
      </p:sp>
      <p:sp>
        <p:nvSpPr>
          <p:cNvPr id="163" name="Adapter card"/>
          <p:cNvSpPr/>
          <p:nvPr/>
        </p:nvSpPr>
        <p:spPr>
          <a:xfrm>
            <a:off x="7818120" y="3794760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Adapter name"/>
          <p:cNvSpPr txBox="1"/>
          <p:nvPr/>
        </p:nvSpPr>
        <p:spPr>
          <a:xfrm>
            <a:off x="781812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65" name="Adapter card divider"/>
          <p:cNvSpPr/>
          <p:nvPr/>
        </p:nvSpPr>
        <p:spPr>
          <a:xfrm>
            <a:off x="8001000" y="4224528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dapter subtitle"/>
          <p:cNvSpPr txBox="1"/>
          <p:nvPr/>
        </p:nvSpPr>
        <p:spPr>
          <a:xfrm>
            <a:off x="7955279" y="42793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classe que implementa</a:t>
            </a:r>
          </a:p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aquesta interfície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d'ús 'Venda d'accions borsàries'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96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81396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64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4464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7532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69840" y="3350000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30392" y="3453986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1768</TotalTime>
  <Words>1471</Words>
  <Application>Microsoft Macintosh PowerPoint</Application>
  <PresentationFormat>Panorámica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46</cp:revision>
  <cp:lastPrinted>2026-07-01T20:23:23Z</cp:lastPrinted>
  <dcterms:created xsi:type="dcterms:W3CDTF">2013-01-27T09:14:16Z</dcterms:created>
  <dcterms:modified xsi:type="dcterms:W3CDTF">2026-07-12T19:45:33Z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