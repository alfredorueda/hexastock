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9" r:id="rId18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58"/>
  </p:normalViewPr>
  <p:slideViewPr>
    <p:cSldViewPr snapToGrid="0">
      <p:cViewPr varScale="1">
        <p:scale>
          <a:sx n="120" d="100"/>
          <a:sy n="12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La frase clau és l’element més memorable: l’arquitectura no elimina el canvi; el localitza.</a:t>
            </a:r>
          </a:p>
          <a:p>
            <a:r>
              <a:rPr lang="ca-ES"/>
              <a:t>Sense agraïments en aquesta diapositiva: donar pas a la diapositiva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Frase d’agraïment literal: no resumir-la ni canviar cap paraula.</a:t>
            </a:r>
          </a:p>
          <a:p>
            <a:r>
              <a:rPr lang="ca-ES"/>
              <a:t>Cap nom de persona i cap altre agraïment.</a:t>
            </a:r>
          </a:p>
          <a:p>
            <a:r>
              <a:rPr lang="ca-ES"/>
              <a:t>Pausa natural abans de: Moltes gràcies.</a:t>
            </a:r>
          </a:p>
          <a:p>
            <a:r>
              <a:rPr lang="ca-ES"/>
              <a:t>Després de Moltes gràcies, la classe queda formalment tancada.</a:t>
            </a:r>
          </a:p>
          <a:p>
            <a:r>
              <a:rPr lang="ca-ES"/>
              <a:t>No obrir la demo si el tribunal no la demana o si no hi ha temps explícit.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9"/>
          <p:cNvSpPr/>
          <p:nvPr/>
        </p:nvSpPr>
        <p:spPr>
          <a:xfrm>
            <a:off x="7543800" y="1600200"/>
            <a:ext cx="3200040" cy="320004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Concreció en Java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contracte de l’aplicació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classe que implementa aquesta interfície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d'ús 'Venda d'accions borsàries'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96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81396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d’ús expressa què necessita.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64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4464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el contracte de l’aplicació.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260000"/>
            <a:ext cx="3245760" cy="115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75320" y="1260000"/>
            <a:ext cx="3245760" cy="115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  <a:p>
            <a:pPr algn="ctr"/>
            <a:r>
              <a:rPr lang="ca-ES" sz="13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L’adaptador encapsula la integració externa.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69840" y="3350000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30392" y="3453986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L’arquitectura no elimina el canvi; el localitza.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2600000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30392" y="4800000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2800" b="1" dirty="0">
                <a:solidFill>
                  <a:srgbClr val="192D3E"/>
                </a:solidFill>
                <a:latin typeface="Arial"/>
              </a:rPr>
              <a:t>Moltes gràcies.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1768</TotalTime>
  <Words>1471</Words>
  <Application>Microsoft Macintosh PowerPoint</Application>
  <PresentationFormat>Panorámica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46</cp:revision>
  <cp:lastPrinted>2026-07-01T20:23:23Z</cp:lastPrinted>
  <dcterms:created xsi:type="dcterms:W3CDTF">2013-01-27T09:14:16Z</dcterms:created>
  <dcterms:modified xsi:type="dcterms:W3CDTF">2026-07-12T19:45:33Z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