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2160">
          <ns3:clr>
            <a:srgbClr val="A4A3A4"/>
          </ns3:clr>
        </ns3:guide>
        <ns3:guide id="2" pos="2880">
          <ns3:clr>
            <a:srgbClr val="A4A3A4"/>
          </ns3:clr>
        </ns3:guide>
      </ns3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theme" Target="theme/theme1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viewProps" Target="viewProps.xml" /><Relationship Id="rId2" Type="http://schemas.openxmlformats.org/officeDocument/2006/relationships/slide" Target="slides/slide1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15" Type="http://schemas.openxmlformats.org/officeDocument/2006/relationships/notesMaster" Target="notesMasters/notesMaster1.xml" /><Relationship Id="rId10" Type="http://schemas.openxmlformats.org/officeDocument/2006/relationships/slide" Target="slides/slide9.xml" /><Relationship Id="rId19" Type="http://schemas.openxmlformats.org/officeDocument/2006/relationships/tableStyles" Target="tableStyles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30/6/26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microlliçó,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ns2:creationId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ns2:creationId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ns2:creationId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ns2:creationId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Principi de treball: el cas d’ús necessita una capacitat, no una tecnologia.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ns2:creationId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ns2:creationId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ns2:creationId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ns2:creationId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ns2:creationId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adaptadors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ns2:creationId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ns2:creationId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ns4:creationId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d'aprenentatge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Aplicar el principi en tres operacions observables.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una 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un port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adaptadors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“què” necessita el cas d’ús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/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L’adaptador resol “com”, integrant amb tecnologia específica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/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ns3:creationId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b="1" dirty="0">
                <a:solidFill>
                  <a:srgbClr val="192D3E"/>
                </a:solidFill>
                <a:latin typeface="Arial"/>
              </a:rPr>
              <a:t>El cas d’ús necessita el preu actual, no un proveïdor concret.</a:t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/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ns3:creationId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 tecnològic: adaptador Finnhub ↔ adaptador Alpha Vantage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/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/>
            </a:r>
            <a:r>
              <a:rPr sz="2600" b="1" dirty="0">
                <a:solidFill>
                  <a:srgbClr val="236092"/>
                </a:solidFill>
                <a:latin typeface="Arial"/>
              </a:rPr>
              <a:t/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/>
            </a:r>
            <a:r>
              <a:rPr sz="2600" b="1" dirty="0">
                <a:solidFill>
                  <a:srgbClr val="236092"/>
                </a:solidFill>
                <a:latin typeface="Arial"/>
              </a:rPr>
              <a:t/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/>
            </a:r>
            <a:r>
              <a:rPr sz="2600" b="1" dirty="0">
                <a:solidFill>
                  <a:srgbClr val="236092"/>
                </a:solidFill>
                <a:latin typeface="Arial"/>
              </a:rPr>
              <a:t/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/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/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/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1104</Words>
  <Application>Microsoft Macintosh PowerPoint</Application>
  <PresentationFormat>Panorámica</PresentationFormat>
  <Paragraphs>104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28</cp:revision>
  <dcterms:created xsi:type="dcterms:W3CDTF">2013-01-27T09:14:16Z</dcterms:created>
  <dcterms:modified xsi:type="dcterms:W3CDTF">2026-06-30T20:13:30Z</dcterms:modified>
  <cp:category/>
</cp:coreProperties>
</file>