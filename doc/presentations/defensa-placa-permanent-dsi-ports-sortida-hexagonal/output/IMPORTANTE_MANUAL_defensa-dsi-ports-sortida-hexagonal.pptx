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73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30/6/26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microlliçó,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microlliçó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3="http://schemas.microsoft.com/office/drawing/2014/main" xmlns:ns4="http://schemas.microsoft.com/office/drawing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Principi de disseny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10241280" cy="640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servei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d'aplicació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capacitat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, no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  <p:pic>
        <p:nvPicPr>
          <p:cNvPr id="1026" name="Picture 2">
            <a:extLst>
              <a:ext uri="{FF2B5EF4-FFF2-40B4-BE49-F238E27FC236}">
                <ns3:creationId id="{24324096-D33B-3CBF-C022-BFBBD6A63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759017" y="2139756"/>
            <a:ext cx="8085221" cy="4027872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ns2:creationId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d'aprenentatge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/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/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ns2:creationId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ns2:creationId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ns2:creationId id="{E5442AE4-020C-7BAB-E612-2262DEB4097A}"/>
              </a:ext>
            </a:extLst>
          </p:cNvPr>
          <p:cNvSpPr txBox="1"/>
          <p:nvPr/>
        </p:nvSpPr>
        <p:spPr>
          <a:xfrm>
            <a:off x="960120" y="1417320"/>
            <a:ext cx="10195560" cy="88686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Aplicar el principi en tres operacions observables.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sz="2700" b="1" dirty="0">
                <a:solidFill>
                  <a:srgbClr val="192D3E"/>
                </a:solidFill>
                <a:latin typeface="Arial"/>
              </a:rPr>
              <a:t/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sz="2700" b="1" dirty="0">
                <a:solidFill>
                  <a:srgbClr val="192D3E"/>
                </a:solidFill>
                <a:latin typeface="Arial"/>
              </a:rPr>
              <a:t/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sz="2700" b="1" dirty="0">
                <a:solidFill>
                  <a:srgbClr val="192D3E"/>
                </a:solidFill>
                <a:latin typeface="Arial"/>
              </a:rPr>
              <a:t/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sz="2700" b="1" dirty="0">
                <a:solidFill>
                  <a:srgbClr val="192D3E"/>
                </a:solidFill>
                <a:latin typeface="Arial"/>
              </a:rPr>
              <a:t/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sz="2700" b="1" dirty="0">
                <a:solidFill>
                  <a:srgbClr val="192D3E"/>
                </a:solidFill>
                <a:latin typeface="Arial"/>
              </a:rPr>
              <a:t/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sz="2700" b="1" dirty="0">
                <a:solidFill>
                  <a:srgbClr val="192D3E"/>
                </a:solidFill>
                <a:latin typeface="Arial"/>
              </a:rPr>
              <a:t/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2700" b="1" dirty="0">
                <a:solidFill>
                  <a:srgbClr val="192D3E"/>
                </a:solidFill>
                <a:latin typeface="Arial"/>
              </a:rPr>
              <a:t/>
            </a:r>
            <a:r>
              <a:rPr sz="27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700" b="1" dirty="0">
                <a:solidFill>
                  <a:srgbClr val="192D3E"/>
                </a:solidFill>
                <a:latin typeface="Arial"/>
              </a:rPr>
              <a:t/>
            </a:r>
            <a:r>
              <a:rPr sz="2700" b="1" dirty="0">
                <a:solidFill>
                  <a:srgbClr val="192D3E"/>
                </a:solidFill>
                <a:latin typeface="Arial"/>
              </a:rPr>
              <a:t/>
            </a:r>
          </a:p>
        </p:txBody>
      </p:sp>
      <p:sp>
        <p:nvSpPr>
          <p:cNvPr id="6" name="Rounded Rectangle 5">
            <a:extLst>
              <a:ext uri="{FF2B5EF4-FFF2-40B4-BE49-F238E27FC236}">
                <ns2:creationId id="{064EE3A6-5D0D-EFE6-3907-91BB6540F213}"/>
              </a:ext>
            </a:extLst>
          </p:cNvPr>
          <p:cNvSpPr/>
          <p:nvPr/>
        </p:nvSpPr>
        <p:spPr>
          <a:xfrm>
            <a:off x="822960" y="2987751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ns2:creationId id="{C0F1223D-ADAB-E817-C2A8-78FB596BC6F8}"/>
              </a:ext>
            </a:extLst>
          </p:cNvPr>
          <p:cNvSpPr txBox="1"/>
          <p:nvPr/>
        </p:nvSpPr>
        <p:spPr>
          <a:xfrm>
            <a:off x="1024127" y="3307791"/>
            <a:ext cx="2846123" cy="977132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una necessitat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/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ns2:creationId id="{460CDC97-EADA-2158-DAC3-FD27FD257839}"/>
              </a:ext>
            </a:extLst>
          </p:cNvPr>
          <p:cNvSpPr/>
          <p:nvPr/>
        </p:nvSpPr>
        <p:spPr>
          <a:xfrm>
            <a:off x="4553712" y="2987751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ns2:creationId id="{57DA438C-C49C-5E46-6F61-14F3896E8657}"/>
              </a:ext>
            </a:extLst>
          </p:cNvPr>
          <p:cNvSpPr txBox="1"/>
          <p:nvPr/>
        </p:nvSpPr>
        <p:spPr>
          <a:xfrm>
            <a:off x="4754880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un port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/>
            </a:r>
          </a:p>
        </p:txBody>
      </p:sp>
      <p:sp>
        <p:nvSpPr>
          <p:cNvPr id="10" name="Rounded Rectangle 9">
            <a:extLst>
              <a:ext uri="{FF2B5EF4-FFF2-40B4-BE49-F238E27FC236}">
                <ns2:creationId id="{54F82A2A-9916-E9F8-2F4C-A47E7CF470BE}"/>
              </a:ext>
            </a:extLst>
          </p:cNvPr>
          <p:cNvSpPr/>
          <p:nvPr/>
        </p:nvSpPr>
        <p:spPr>
          <a:xfrm>
            <a:off x="8284464" y="2987751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ns2:creationId id="{C6C32489-28BB-E0B4-6D88-054802179775}"/>
              </a:ext>
            </a:extLst>
          </p:cNvPr>
          <p:cNvSpPr txBox="1"/>
          <p:nvPr/>
        </p:nvSpPr>
        <p:spPr>
          <a:xfrm>
            <a:off x="8485632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/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/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ns2:creationId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ns2:creationId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  <p:extLst>
      <p:ext uri="{BB962C8B-B14F-4D97-AF65-F5344CB8AC3E}">
        <ns4:creationId val="1026507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>
                <a:solidFill>
                  <a:srgbClr val="192D3E"/>
                </a:solidFill>
                <a:latin typeface="Arial"/>
              </a:rPr>
              <a:t>Sol·licitud → Expedient → Requisits generals
→ Requisits econòmics → Revisió acadèmica
→ Resolució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337560"/>
            <a:ext cx="3063240" cy="123444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3566160"/>
            <a:ext cx="2606040" cy="7498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000" b="1" dirty="0">
                <a:solidFill>
                  <a:srgbClr val="192D3E"/>
                </a:solidFill>
                <a:latin typeface="Arial"/>
              </a:rPr>
              <a:t>Si no es </a:t>
            </a:r>
            <a:r>
              <a:rPr sz="2000" b="1" dirty="0" err="1">
                <a:solidFill>
                  <a:srgbClr val="192D3E"/>
                </a:solidFill>
                <a:latin typeface="Arial"/>
              </a:rPr>
              <a:t>compleixen</a:t>
            </a:r>
            <a:r>
              <a:rPr sz="2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2000" b="1" dirty="0">
                <a:solidFill>
                  <a:srgbClr val="192D3E"/>
                </a:solidFill>
                <a:latin typeface="Arial"/>
              </a:rPr>
              <a:t>,
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no es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pot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concedir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la beca</a:t>
            </a:r>
            <a:r>
              <a:rPr sz="20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Quina informació externa necessita el procediment?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Patrimoni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Béns immobles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d’Integració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Col·laboració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Administrativa de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Generarlitat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Catalunya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És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una plataforma corporativa de la Generalitat per a facilitar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interoperabilitat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entre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Generalitat,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administracions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públiques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institucions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Telecomunicacions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Tecnologies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Informació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 de Catalunya.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És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l’organisme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 de Catalunya que presta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TIC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corporatius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impulsa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l’arquitectura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les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solucions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tecnològiques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transversals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Generalitat.</a:t>
            </a: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77639" y="151790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7639" y="247802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77639" y="343814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439826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Sistema extern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defineix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què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 necesita el cas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d´ús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L'adaptador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resol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”,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integrant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 tecnología específica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6A73A3E-C968-EC80-D679-F89DCA1EC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54" y="1129284"/>
            <a:ext cx="11486875" cy="53446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Venda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d'accions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proveïdor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preus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substituïble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pic>
        <p:nvPicPr>
          <p:cNvPr id="12" name="HexaStock architecture enlarged" descr="hexastock_architecture_cropped_for_slid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989" y="1225296"/>
            <a:ext cx="9622941" cy="4315968"/>
          </a:xfrm>
          <a:prstGeom prst="rect">
            <a:avLst/>
          </a:prstGeom>
        </p:spPr>
      </p:pic>
      <p:sp>
        <p:nvSpPr>
          <p:cNvPr id="13" name="Slide 10 bottom message"/>
          <p:cNvSpPr txBox="1"/>
          <p:nvPr/>
        </p:nvSpPr>
        <p:spPr>
          <a:xfrm>
            <a:off x="822960" y="5532120"/>
            <a:ext cx="1056132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Mateix patró, diferent domini: el cas d’ús necessita el preu actual, no un proveïdor concret.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822960" y="5870448"/>
            <a:ext cx="10561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66707A"/>
                </a:solidFill>
                <a:latin typeface="Arial"/>
              </a:rPr>
              <a:t>Port: StockPriceProviderPort · Adaptadors: Finnhub, Alpha Vantage, mock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Dem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o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és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un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projecte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open source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propi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utilitzat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consultoria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dirty="0">
                <a:solidFill>
                  <a:srgbClr val="192D3E"/>
                </a:solidFill>
                <a:latin typeface="Arial"/>
              </a:rPr>
              <a:t>empresarial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600" b="1" dirty="0" err="1">
                <a:solidFill>
                  <a:srgbClr val="236092"/>
                </a:solidFill>
                <a:latin typeface="Arial"/>
              </a:rPr>
              <a:t>Canvi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tecnològic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: </a:t>
            </a:r>
            <a:r>
              <a:rPr sz="2600" b="1" dirty="0" err="1">
                <a:solidFill>
                  <a:srgbClr val="236092"/>
                </a:solidFill>
                <a:latin typeface="Arial"/>
              </a:rPr>
              <a:t>adaptador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FinHub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  ↔  </a:t>
            </a:r>
            <a:r>
              <a:rPr sz="2600" b="1" dirty="0" err="1">
                <a:solidFill>
                  <a:srgbClr val="236092"/>
                </a:solidFill>
                <a:latin typeface="Arial"/>
              </a:rPr>
              <a:t>adaptador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AlphaVantage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34440" y="1600200"/>
            <a:ext cx="9601200" cy="100584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meu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per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com a docent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transferir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entre 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la </a:t>
            </a:r>
            <a:r>
              <a:rPr lang="es-ES" sz="2400" dirty="0" err="1">
                <a:solidFill>
                  <a:srgbClr val="192D3E"/>
                </a:solidFill>
                <a:latin typeface="Arial"/>
              </a:rPr>
              <a:t>U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niversitat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’empresa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519164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97912" y="3729475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molt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1098</Words>
  <Application>Microsoft Macintosh PowerPoint</Application>
  <PresentationFormat>Panorámica</PresentationFormat>
  <Paragraphs>105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22</cp:revision>
  <dcterms:created xsi:type="dcterms:W3CDTF">2013-01-27T09:14:16Z</dcterms:created>
  <dcterms:modified xsi:type="dcterms:W3CDTF">2026-06-30T19:09:36Z</dcterms:modified>
  <cp:category/>
</cp:coreProperties>
</file>