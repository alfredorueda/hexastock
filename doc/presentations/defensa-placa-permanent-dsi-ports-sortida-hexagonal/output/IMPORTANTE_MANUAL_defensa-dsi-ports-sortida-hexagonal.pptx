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49"/>
    <p:restoredTop sz="94658"/>
  </p:normalViewPr>
  <p:slideViewPr>
    <p:cSldViewPr snapToGrid="0" snapToObjects="1">
      <p:cViewPr varScale="1">
        <p:scale>
          <a:sx n="103" d="100"/>
          <a:sy n="103" d="100"/>
        </p:scale>
        <p:origin x="176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1/7/26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classe,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“què”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L’adaptador resol “com”, integrant amb tecnologia específica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 tecnològic: adaptador Finnhub ↔ adaptador Alpha 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1106</Words>
  <Application>Microsoft Macintosh PowerPoint</Application>
  <PresentationFormat>Panorámica</PresentationFormat>
  <Paragraphs>100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31</cp:revision>
  <cp:lastPrinted>2026-07-01T20:23:23Z</cp:lastPrinted>
  <dcterms:created xsi:type="dcterms:W3CDTF">2013-01-27T09:14:16Z</dcterms:created>
  <dcterms:modified xsi:type="dcterms:W3CDTF">2026-07-02T11:30:08Z</dcterms:modified>
  <cp:category/>
</cp:coreProperties>
</file>