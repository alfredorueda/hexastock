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Context: classe de DSI.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real acreditat: consultoria Generalitat / AGAUR.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trobada entre dimensió acadèmica i professional.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ports de sortida quan cal informació externa. No panoràmica completa d'arquitectura hexagonal.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situar la sessió dins l’assignatura.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Situar: DSI, tercer curs,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 i arquitectura hexagonal, ports i adaptadors, mapping, modularització i Domain-Driven Design.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limitat: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formular l’objectiu de treball.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capacitat funcional, no tecnologia específica.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Tres decisions: identificar necessitat, definir port, implementar 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explicar encara tota l’abstracció.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cas real, després decisió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procediment administratiu de beca.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entendre el procediment; després la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Sol·licitud -&gt; expedient -&gt; requisits -&gt;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Avaluació econòmica: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Encara no parlar de SOAP, XML, REST o BD.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quina informació externa cal?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 funcional: informació fiable de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administratives: AEAT i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Canal o plataforma d’interoperabilitat: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presentar PICA com a font original del mateix tipus.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informació administrativa, no API concreta.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què passa si el cas d’ús coneix la integració?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Problema: acoblament directe amb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cadena SOAP/XML -&gt; PICA -&gt; AEAT i/o Cadastre és el problema, no la 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cas d’ús acaba coneixent SOAP/XML, DTOs, clients i errors.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 canvia la integració, el canvi travessa el cas d’ús.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Riscos: manteniment fràgil i més superfície d’impacte davant canvis externs.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resposta arquitectònica,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Distingir dues fletxes: flux i dependència de codi.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Flux: el cas d’ús demana informació cap enfora.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Dependència: cas d’ús -&gt; port; adaptador -&gt;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Conceptualment, el port és un contracte; en Java, aquí s’expressa com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L’adaptador implementa aquesta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la infraestructura depèn del port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aplicar-ho a la necessitat d’informació econòmica.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Servei d’aplicació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Ports dins del llenguatge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Adaptadors fora del nucli: PICA, JDBC, REST, SOAP/XML.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Fletxa important: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mateix patró, canvi de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-&gt; cartera d’inversió personal. Cas d’ús: vendre accions. Necessitat: preu actual de l’acció. Port de sortida: StockPriceProviderPort. Separar proveïdor de dades, API concreta, contracte tècnic i adaptador. Servei d’aplicació coordina consulta del preu i recuperació de cartera. Domini decideix; adaptador integra. Transició: conclusió tècnica.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la dependència externa; la situa en una frontera explícita i controlable.</a:t>
            </a:r>
          </a:p>
          <a:p>
            <a:r>
              <a:rPr lang="ca-ES"/>
              <a:t>Quan canvia proveïdor o API, volem localitzar l’impacte a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Agraïment breu al TecnoCampus i al Dr. Josep Roure.</a:t>
            </a:r>
          </a:p>
          <a:p>
            <a:r>
              <a:rPr lang="ca-ES"/>
              <a:t>Tancar mirant el tribunal: 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opcional: només si el tribunal ho demana o queda temps clar.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forma part del cos principal de 20 minuts.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Missatge demo: mateix cas d’ús, servei i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Canvia l’adaptador: Finnhub, Alpha Vantage o mock.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Objectiu docent: contracte estable, infraestructura substituïble.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2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procediment </a:t>
            </a:r>
            <a:r>
              <a:rPr lang="es-E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administratiu </a:t>
            </a: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depèn de SOAP/PICA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Impacte en 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L’evolució de la integració travessa la frontera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Més superfície d'impacte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Manteniment més fràgil del servei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9"/>
          <p:cNvSpPr/>
          <p:nvPr/>
        </p:nvSpPr>
        <p:spPr>
          <a:xfrm>
            <a:off x="7543800" y="1600200"/>
            <a:ext cx="3200040" cy="320004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Concreció en Java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contracte de l’aplicació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classe que implementa aquesta interfície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d'ús 'Venda d'accions borsàries'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l'àmbit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 al TecnoCampus i al Dr. Josep Roure pel treball compartit en arquitectura de software, docència i metodologies actives.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10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1743</TotalTime>
  <Words>1465</Words>
  <Application>Microsoft Macintosh PowerPoint</Application>
  <PresentationFormat>Panorámica</PresentationFormat>
  <Paragraphs>174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44</cp:revision>
  <cp:lastPrinted>2026-07-01T20:23:23Z</cp:lastPrinted>
  <dcterms:created xsi:type="dcterms:W3CDTF">2013-01-27T09:14:16Z</dcterms:created>
  <dcterms:modified xsi:type="dcterms:W3CDTF">2026-07-12T12:42:10Z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