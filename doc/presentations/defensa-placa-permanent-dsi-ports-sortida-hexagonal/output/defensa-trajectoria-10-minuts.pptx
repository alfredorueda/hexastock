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Salle: etapa universitària exigent i valuosa.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comparacions jeràrquiques entre institucions.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Motiu principal: alineació acadèmica amb enginyeria del software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Conciliació com a factor complementari de sostenibilitat.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Encaix curricular: el grau porta la gestió i els sistemes d’informació al seu propi nom. No esmentar persones concretes.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el desig de consolidar-se ve de lluny.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391120" cy="1098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grau orientat a gestió i sistemes 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El desig de consolidar una plaça al TecnoCampus no neix ara: ve d’una trajectòria que hi ha trobat alineació acadèmica i institucional.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>
                <a:solidFill>
                  <a:srgbClr val="2D343C"/>
                </a:solidFill>
                <a:latin typeface="Arial"/>
              </a:rPr>
              <a:t>cursos:</a:t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</TotalTime>
  <Words>1080</Words>
  <Application>Microsoft Macintosh PowerPoint</Application>
  <PresentationFormat>Panorámica</PresentationFormat>
  <Paragraphs>150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35</cp:revision>
  <dcterms:created xsi:type="dcterms:W3CDTF">2013-01-27T09:14:16Z</dcterms:created>
  <dcterms:modified xsi:type="dcterms:W3CDTF">2026-07-12T17:37:55Z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