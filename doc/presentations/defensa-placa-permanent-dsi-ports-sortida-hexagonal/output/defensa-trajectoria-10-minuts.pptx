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-2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La Salle: etapa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universitària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exigent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valuosa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Evitar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comparacions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jeràrquiques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entre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institucions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Motiu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principal: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alineació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acadèmica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amb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enginyeria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del software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Conciliació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factor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complementari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sostenibilitat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Encaix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curricular: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grau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porta la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gestió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els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propi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No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esmentar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persones concretes.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Frase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desig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consolidar-se ve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lluny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p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rogramació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OO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Android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541600" cy="12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grau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orientat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gestió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El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desig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de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consolidar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plaça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no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neix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ara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: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ve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d’una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trajectòria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que hi ha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trobat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alineació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acadèmica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institucional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>
                <a:solidFill>
                  <a:srgbClr val="2D343C"/>
                </a:solidFill>
                <a:latin typeface="Arial"/>
              </a:rPr>
              <a:t>cursos:</a:t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1088</Words>
  <Application>Microsoft Macintosh PowerPoint</Application>
  <PresentationFormat>Panorámica</PresentationFormat>
  <Paragraphs>151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38</cp:revision>
  <dcterms:created xsi:type="dcterms:W3CDTF">2013-01-27T09:14:16Z</dcterms:created>
  <dcterms:modified xsi:type="dcterms:W3CDTF">2026-07-13T19:07:56Z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